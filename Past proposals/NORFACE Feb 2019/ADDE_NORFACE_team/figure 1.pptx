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77"/>
  </p:normalViewPr>
  <p:slideViewPr>
    <p:cSldViewPr snapToGrid="0" snapToObjects="1">
      <p:cViewPr varScale="1">
        <p:scale>
          <a:sx n="76" d="100"/>
          <a:sy n="76" d="100"/>
        </p:scale>
        <p:origin x="21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198C-6340-EB4D-8782-6B33BF49B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697D1-1239-D84B-9492-7404E5D05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A1A67-14B0-BB43-A4A7-C78DA7AC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BFF39-147A-2846-9A08-A88CE77A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86B46-621D-064B-819E-22177C7F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2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C964-FE96-B448-87E1-864CA7EF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64507-6D4C-A24B-9253-E72C728B5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4696F-205A-A642-BBC9-D6C75881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404F4-5CB6-384E-9219-EF41917A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DC5A5-590E-0541-8B5D-EB5D30BD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4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EA96E-44FD-FC4A-8896-DB7075876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ADE52-66A5-7448-95E9-B47818A69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8A286-EF9D-A949-86CC-77FEEA3F6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74BDE-AC68-4D4F-9A05-2E6A906E1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0FA91-9EA7-9D4C-823B-900C4C76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3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22AC7-E9D1-C248-9658-B085D875C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ECE46-6866-E54C-89AF-836F7551F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0BBF9-5605-6041-8AA7-23F430E88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4DB7A-F4C0-D144-912C-07B11B38D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DDC8A-EC95-5B40-93C2-E3D424CEC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1C21D-C2F2-6148-A7B5-8AA50104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2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79B3-7E64-5A43-A40F-B2A64C7A3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67FF3-F290-CA40-8BBD-FE7057A55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F3947-3779-3348-85AF-7AACE0547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75131A-64BA-D346-89A1-45FE67289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D9A8D-5875-5D4B-93CB-A6394B3AF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FCD13-9B13-5447-B3F6-BD697392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3746ED-1D2B-1B45-B133-28E04BD9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CACEF-B804-5743-9C40-691D664B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1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783A-061A-2D4F-88CC-DC938DFB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8E500-3D42-BC43-AA28-A6B4CEE0A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4DEEC3-392C-F94D-BF99-A6B873C6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7CC37-FD6D-4546-A9FA-E9FE7E4F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9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754AA-2F8B-CA42-884C-26F1B5C5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F4DB6-645E-7F49-AB3C-291104941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7F9B5-EAD9-CA46-90B5-EF3119B8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1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2FD98-C7CF-2C44-8DC9-2EF15361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D1717-6F74-0B48-8D87-87723FED1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1986D-CEC1-1D4F-BD0C-98F1A9F53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1AE56-BBF7-154E-8011-38DF844E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04C98-5E77-294A-B1A8-0D17A7C2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77ACC-6873-394C-AA68-2FEF3071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6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165D-1135-B14C-8F67-2479D83C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3B93A-2CD6-EA41-A8C0-1816B753E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5A330-97AE-ED4C-81DC-42FD6A56B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992CA-BCD7-F041-9481-C9EA3EEB8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DFBDB-9EE3-2F4F-9EE1-4E550DD21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0BD6-6784-584B-B178-E87FE680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4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9B38-318B-9843-A3BE-B59DC85F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976E4-9C63-1E41-9B9F-82EA658E8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C5C30-30D2-5740-8553-4248BCF8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89038-41AB-194E-BC78-12271A61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4017D-0F17-D841-B46C-A174520A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5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EC89F-53F5-1042-9CEA-F96C90225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62AA2-0A7B-B446-9656-3ECDB6563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3CA2E-1D97-1843-9F4D-160A173E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D21FD-44B8-9548-8307-5D3D3C3D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DCE13-3A41-FF45-8D7A-E80F6DDE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9D1AE0-01B5-8F46-A78E-2D202A2D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6D307-9B20-7A45-8C3D-85B59999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5676-9086-6443-BAD5-82A787048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E1882-0B44-A04A-A42E-9AD8B20EFFCA}" type="datetimeFigureOut">
              <a:rPr lang="en-US" smtClean="0"/>
              <a:t>1/24/19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DBF85-9722-F54E-8C11-7EBE6606F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32722-9B14-0D4D-9429-234D7D87B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9B7F-6A4A-9441-AE88-EB29F5D859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9DEC8-0B9B-BC49-A6CC-2150312D06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17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95E0-077B-BC43-A430-48646FB6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9B713B-A79C-0E4D-A7C5-3D70FFECBB7A}"/>
              </a:ext>
            </a:extLst>
          </p:cNvPr>
          <p:cNvSpPr/>
          <p:nvPr/>
        </p:nvSpPr>
        <p:spPr>
          <a:xfrm>
            <a:off x="5277394" y="5342709"/>
            <a:ext cx="3056709" cy="834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4: Citizens attitudes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A0717-11CF-1C44-A9D7-BF0A6C199835}"/>
              </a:ext>
            </a:extLst>
          </p:cNvPr>
          <p:cNvSpPr/>
          <p:nvPr/>
        </p:nvSpPr>
        <p:spPr>
          <a:xfrm>
            <a:off x="8934994" y="2966153"/>
            <a:ext cx="2103120" cy="3210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1: Conceptualization, Measuring and Explaining Democratic Erosion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2AD7A-9EFB-E243-B5C3-D79AECD16F39}"/>
              </a:ext>
            </a:extLst>
          </p:cNvPr>
          <p:cNvSpPr/>
          <p:nvPr/>
        </p:nvSpPr>
        <p:spPr>
          <a:xfrm>
            <a:off x="1397726" y="2966154"/>
            <a:ext cx="3466011" cy="1021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2: Structural/Macro-level changes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5345A-009D-334C-99F6-E4CB282BCCA2}"/>
              </a:ext>
            </a:extLst>
          </p:cNvPr>
          <p:cNvSpPr/>
          <p:nvPr/>
        </p:nvSpPr>
        <p:spPr>
          <a:xfrm>
            <a:off x="3468189" y="4190512"/>
            <a:ext cx="3167744" cy="9376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3: Political parties and Authoritarian Entrepreneurs 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2B10C0-D21C-CE4A-9923-BF2D1B98CFDB}"/>
              </a:ext>
            </a:extLst>
          </p:cNvPr>
          <p:cNvCxnSpPr/>
          <p:nvPr/>
        </p:nvCxnSpPr>
        <p:spPr>
          <a:xfrm>
            <a:off x="4898571" y="3448594"/>
            <a:ext cx="4036423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A8BB11-8702-D941-887F-5E44CA417A72}"/>
              </a:ext>
            </a:extLst>
          </p:cNvPr>
          <p:cNvCxnSpPr>
            <a:cxnSpLocks/>
          </p:cNvCxnSpPr>
          <p:nvPr/>
        </p:nvCxnSpPr>
        <p:spPr>
          <a:xfrm>
            <a:off x="6635933" y="4659085"/>
            <a:ext cx="2299061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1E30E3-284E-574E-A8B1-DAF542218B7E}"/>
              </a:ext>
            </a:extLst>
          </p:cNvPr>
          <p:cNvCxnSpPr>
            <a:cxnSpLocks/>
          </p:cNvCxnSpPr>
          <p:nvPr/>
        </p:nvCxnSpPr>
        <p:spPr>
          <a:xfrm>
            <a:off x="8334103" y="5782491"/>
            <a:ext cx="6008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C815A67-A417-1648-AC66-CC9DA000F744}"/>
              </a:ext>
            </a:extLst>
          </p:cNvPr>
          <p:cNvCxnSpPr/>
          <p:nvPr/>
        </p:nvCxnSpPr>
        <p:spPr>
          <a:xfrm>
            <a:off x="2063931" y="3957601"/>
            <a:ext cx="1404258" cy="67148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472C1682-FEDB-C748-946F-3FBDFDEA4E2D}"/>
              </a:ext>
            </a:extLst>
          </p:cNvPr>
          <p:cNvCxnSpPr/>
          <p:nvPr/>
        </p:nvCxnSpPr>
        <p:spPr>
          <a:xfrm>
            <a:off x="3873136" y="5111003"/>
            <a:ext cx="1404258" cy="67148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3376AF-1E39-E845-A24F-95AE0F6D1B8B}"/>
              </a:ext>
            </a:extLst>
          </p:cNvPr>
          <p:cNvCxnSpPr>
            <a:cxnSpLocks/>
          </p:cNvCxnSpPr>
          <p:nvPr/>
        </p:nvCxnSpPr>
        <p:spPr>
          <a:xfrm>
            <a:off x="1744134" y="5954728"/>
            <a:ext cx="3556120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65A440-AEA4-674D-9ECA-178908C5AAA7}"/>
              </a:ext>
            </a:extLst>
          </p:cNvPr>
          <p:cNvCxnSpPr/>
          <p:nvPr/>
        </p:nvCxnSpPr>
        <p:spPr>
          <a:xfrm>
            <a:off x="1761066" y="3987597"/>
            <a:ext cx="0" cy="1956003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FD9C54C-25F8-7546-89A1-4E51F354E32F}"/>
              </a:ext>
            </a:extLst>
          </p:cNvPr>
          <p:cNvSpPr txBox="1"/>
          <p:nvPr/>
        </p:nvSpPr>
        <p:spPr>
          <a:xfrm>
            <a:off x="6096000" y="3067107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WP1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C3D589-7A2E-F74F-8B32-0AD1177EB221}"/>
              </a:ext>
            </a:extLst>
          </p:cNvPr>
          <p:cNvSpPr txBox="1"/>
          <p:nvPr/>
        </p:nvSpPr>
        <p:spPr>
          <a:xfrm>
            <a:off x="7038376" y="4307259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WP1&amp;3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D6DF9C-81BC-9341-A988-9549A54E0963}"/>
              </a:ext>
            </a:extLst>
          </p:cNvPr>
          <p:cNvSpPr txBox="1"/>
          <p:nvPr/>
        </p:nvSpPr>
        <p:spPr>
          <a:xfrm>
            <a:off x="2196849" y="419051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WP3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2B6859-7676-C44B-ABDF-8510E056C3C4}"/>
              </a:ext>
            </a:extLst>
          </p:cNvPr>
          <p:cNvSpPr txBox="1"/>
          <p:nvPr/>
        </p:nvSpPr>
        <p:spPr>
          <a:xfrm>
            <a:off x="8184745" y="6276203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WP4&amp;1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D5988A-C2F3-9A4C-B2BD-D0F884329A59}"/>
              </a:ext>
            </a:extLst>
          </p:cNvPr>
          <p:cNvSpPr txBox="1"/>
          <p:nvPr/>
        </p:nvSpPr>
        <p:spPr>
          <a:xfrm>
            <a:off x="3972401" y="5310443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WP4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D94A3E-9F3E-3F4B-BB3F-E809DCE36D65}"/>
              </a:ext>
            </a:extLst>
          </p:cNvPr>
          <p:cNvSpPr txBox="1"/>
          <p:nvPr/>
        </p:nvSpPr>
        <p:spPr>
          <a:xfrm>
            <a:off x="1212351" y="5495109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WP2</a:t>
            </a:r>
          </a:p>
        </p:txBody>
      </p:sp>
    </p:spTree>
    <p:extLst>
      <p:ext uri="{BB962C8B-B14F-4D97-AF65-F5344CB8AC3E}">
        <p14:creationId xmlns:p14="http://schemas.microsoft.com/office/powerpoint/2010/main" val="398141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95E0-077B-BC43-A430-48646FB6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9B713B-A79C-0E4D-A7C5-3D70FFECBB7A}"/>
              </a:ext>
            </a:extLst>
          </p:cNvPr>
          <p:cNvSpPr/>
          <p:nvPr/>
        </p:nvSpPr>
        <p:spPr>
          <a:xfrm>
            <a:off x="5277394" y="5342709"/>
            <a:ext cx="3056709" cy="834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4: Citizens attitudes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A0717-11CF-1C44-A9D7-BF0A6C199835}"/>
              </a:ext>
            </a:extLst>
          </p:cNvPr>
          <p:cNvSpPr/>
          <p:nvPr/>
        </p:nvSpPr>
        <p:spPr>
          <a:xfrm>
            <a:off x="8934994" y="2966153"/>
            <a:ext cx="2103120" cy="3210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1: Conceptualization, Measuring and Explaining Democratic Erosion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2AD7A-9EFB-E243-B5C3-D79AECD16F39}"/>
              </a:ext>
            </a:extLst>
          </p:cNvPr>
          <p:cNvSpPr/>
          <p:nvPr/>
        </p:nvSpPr>
        <p:spPr>
          <a:xfrm>
            <a:off x="1397726" y="2966154"/>
            <a:ext cx="3466011" cy="1021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2: Structural/Macro-level changes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5345A-009D-334C-99F6-E4CB282BCCA2}"/>
              </a:ext>
            </a:extLst>
          </p:cNvPr>
          <p:cNvSpPr/>
          <p:nvPr/>
        </p:nvSpPr>
        <p:spPr>
          <a:xfrm>
            <a:off x="3468189" y="4190512"/>
            <a:ext cx="3167744" cy="9376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3: Political parties and Authoritarian Entrepreneurs 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2B10C0-D21C-CE4A-9923-BF2D1B98CFDB}"/>
              </a:ext>
            </a:extLst>
          </p:cNvPr>
          <p:cNvCxnSpPr/>
          <p:nvPr/>
        </p:nvCxnSpPr>
        <p:spPr>
          <a:xfrm>
            <a:off x="4898571" y="3448594"/>
            <a:ext cx="4036423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A8BB11-8702-D941-887F-5E44CA417A72}"/>
              </a:ext>
            </a:extLst>
          </p:cNvPr>
          <p:cNvCxnSpPr>
            <a:cxnSpLocks/>
          </p:cNvCxnSpPr>
          <p:nvPr/>
        </p:nvCxnSpPr>
        <p:spPr>
          <a:xfrm>
            <a:off x="6635933" y="4659085"/>
            <a:ext cx="229906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1E30E3-284E-574E-A8B1-DAF542218B7E}"/>
              </a:ext>
            </a:extLst>
          </p:cNvPr>
          <p:cNvCxnSpPr>
            <a:cxnSpLocks/>
          </p:cNvCxnSpPr>
          <p:nvPr/>
        </p:nvCxnSpPr>
        <p:spPr>
          <a:xfrm>
            <a:off x="8334103" y="5782491"/>
            <a:ext cx="6008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C815A67-A417-1648-AC66-CC9DA000F744}"/>
              </a:ext>
            </a:extLst>
          </p:cNvPr>
          <p:cNvCxnSpPr/>
          <p:nvPr/>
        </p:nvCxnSpPr>
        <p:spPr>
          <a:xfrm>
            <a:off x="2063931" y="3974534"/>
            <a:ext cx="1404258" cy="67148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472C1682-FEDB-C748-946F-3FBDFDEA4E2D}"/>
              </a:ext>
            </a:extLst>
          </p:cNvPr>
          <p:cNvCxnSpPr/>
          <p:nvPr/>
        </p:nvCxnSpPr>
        <p:spPr>
          <a:xfrm>
            <a:off x="3873136" y="5111003"/>
            <a:ext cx="1404258" cy="67148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66</Words>
  <Application>Microsoft Macintosh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Lührmann</dc:creator>
  <cp:lastModifiedBy>Anna Lührmann</cp:lastModifiedBy>
  <cp:revision>5</cp:revision>
  <dcterms:created xsi:type="dcterms:W3CDTF">2019-01-24T11:42:24Z</dcterms:created>
  <dcterms:modified xsi:type="dcterms:W3CDTF">2019-01-24T12:13:37Z</dcterms:modified>
</cp:coreProperties>
</file>