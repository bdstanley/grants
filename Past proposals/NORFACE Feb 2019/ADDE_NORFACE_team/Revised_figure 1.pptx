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77"/>
  </p:normalViewPr>
  <p:slideViewPr>
    <p:cSldViewPr snapToGrid="0" snapToObjects="1">
      <p:cViewPr>
        <p:scale>
          <a:sx n="121" d="100"/>
          <a:sy n="121" d="100"/>
        </p:scale>
        <p:origin x="-120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E3198C-6340-EB4D-8782-6B33BF49B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4A697D1-1239-D84B-9492-7404E5D05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2A1A67-14B0-BB43-A4A7-C78DA7AC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CBFF39-147A-2846-9A08-A88CE77A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B86B46-621D-064B-819E-22177C7F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2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6C964-FE96-B448-87E1-864CA7EF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464507-6D4C-A24B-9253-E72C728B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14696F-205A-A642-BBC9-D6C75881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0404F4-5CB6-384E-9219-EF41917A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24DC5A5-590E-0541-8B5D-EB5D30BD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4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4EA96E-44FD-FC4A-8896-DB707587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0ADE52-66A5-7448-95E9-B47818A69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E8A286-EF9D-A949-86CC-77FEEA3F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374BDE-AC68-4D4F-9A05-2E6A906E1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C0FA91-9EA7-9D4C-823B-900C4C76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722AC7-E9D1-C248-9658-B085D875C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BECE46-6866-E54C-89AF-836F7551F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440BBF9-5605-6041-8AA7-23F430E88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94DB7A-F4C0-D144-912C-07B11B38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1DDC8A-EC95-5B40-93C2-E3D424CE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E1C21D-C2F2-6148-A7B5-8AA50104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9D79B3-7E64-5A43-A40F-B2A64C7A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667FF3-F290-CA40-8BBD-FE7057A5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D6F3947-3779-3348-85AF-7AACE054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975131A-64BA-D346-89A1-45FE67289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0AD9A8D-5875-5D4B-93CB-A6394B3AF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DAFCD13-9B13-5447-B3F6-BD697392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83746ED-1D2B-1B45-B133-28E04BD9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F7CACEF-B804-5743-9C40-691D664B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D6783A-061A-2D4F-88CC-DC938DFB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338E500-3D42-BC43-AA28-A6B4CEE0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4DEEC3-392C-F94D-BF99-A6B873C6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0A7CC37-FD6D-4546-A9FA-E9FE7E4F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9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C6754AA-2F8B-CA42-884C-26F1B5C5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7DF4DB6-645E-7F49-AB3C-29110494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447F9B5-EAD9-CA46-90B5-EF3119B8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1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42FD98-C7CF-2C44-8DC9-2EF15361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7D1717-6F74-0B48-8D87-87723FED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81986D-CEC1-1D4F-BD0C-98F1A9F53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51AE56-BBF7-154E-8011-38DF844E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7004C98-5E77-294A-B1A8-0D17A7C2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2477ACC-6873-394C-AA68-2FEF3071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6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0A165D-1135-B14C-8F67-2479D83C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583B93A-2CD6-EA41-A8C0-1816B753E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B5A330-97AE-ED4C-81DC-42FD6A56B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D8992CA-BCD7-F041-9481-C9EA3EEB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4DDFBDB-9EE3-2F4F-9EE1-4E550DD2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7940BD6-6784-584B-B178-E87FE680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E99B38-318B-9843-A3BE-B59DC85F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66976E4-9C63-1E41-9B9F-82EA658E8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3C5C30-30D2-5740-8553-4248BCF8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89038-41AB-194E-BC78-12271A61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B4017D-0F17-D841-B46C-A174520A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5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4AEC89F-53F5-1042-9CEA-F96C90225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7C62AA2-0A7B-B446-9656-3ECDB6563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83CA2E-1D97-1843-9F4D-160A173E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1CD21FD-44B8-9548-8307-5D3D3C3D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3DCE13-3A41-FF45-8D7A-E80F6DD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A9D1AE0-01B5-8F46-A78E-2D202A2D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56D307-9B20-7A45-8C3D-85B59999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AC5676-9086-6443-BAD5-82A787048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E1882-0B44-A04A-A42E-9AD8B20EFFCA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8DBF85-9722-F54E-8C11-7EBE6606F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F32722-9B14-0D4D-9429-234D7D87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55652-25B2-414B-85DB-515352F99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749B7F-6A4A-9441-AE88-EB29F5D85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719DEC8-0B9B-BC49-A6CC-2150312D0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1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6795E0-077B-BC43-A430-48646FB6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E9B713B-A79C-0E4D-A7C5-3D70FFECBB7A}"/>
              </a:ext>
            </a:extLst>
          </p:cNvPr>
          <p:cNvSpPr/>
          <p:nvPr/>
        </p:nvSpPr>
        <p:spPr>
          <a:xfrm>
            <a:off x="4658710" y="5109347"/>
            <a:ext cx="2751083" cy="8342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Citizens </a:t>
            </a:r>
            <a:r>
              <a:rPr lang="en-US" dirty="0"/>
              <a:t>attitudes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E6A0717-11CF-1C44-A9D7-BF0A6C199835}"/>
              </a:ext>
            </a:extLst>
          </p:cNvPr>
          <p:cNvSpPr/>
          <p:nvPr/>
        </p:nvSpPr>
        <p:spPr>
          <a:xfrm>
            <a:off x="8934994" y="1302253"/>
            <a:ext cx="2103120" cy="4874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Democratic </a:t>
            </a:r>
            <a:r>
              <a:rPr lang="en-US" dirty="0"/>
              <a:t>Erosion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0E2AD7A-9EFB-E243-B5C3-D79AECD16F39}"/>
              </a:ext>
            </a:extLst>
          </p:cNvPr>
          <p:cNvSpPr/>
          <p:nvPr/>
        </p:nvSpPr>
        <p:spPr>
          <a:xfrm>
            <a:off x="474688" y="1302252"/>
            <a:ext cx="1834960" cy="4641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Structural/Macro-level </a:t>
            </a:r>
            <a:r>
              <a:rPr lang="en-US" dirty="0"/>
              <a:t>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C5345A-009D-334C-99F6-E4CB282BCCA2}"/>
              </a:ext>
            </a:extLst>
          </p:cNvPr>
          <p:cNvSpPr/>
          <p:nvPr/>
        </p:nvSpPr>
        <p:spPr>
          <a:xfrm>
            <a:off x="3358055" y="3019097"/>
            <a:ext cx="1947042" cy="1458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Authoritarian </a:t>
            </a:r>
            <a:r>
              <a:rPr lang="en-US" dirty="0"/>
              <a:t>Entrepreneurs 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CB2B10C0-D21C-CE4A-9923-BF2D1B98CFDB}"/>
              </a:ext>
            </a:extLst>
          </p:cNvPr>
          <p:cNvCxnSpPr/>
          <p:nvPr/>
        </p:nvCxnSpPr>
        <p:spPr>
          <a:xfrm>
            <a:off x="5383924" y="3748252"/>
            <a:ext cx="347629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A4A8BB11-8702-D941-887F-5E44CA417A72}"/>
              </a:ext>
            </a:extLst>
          </p:cNvPr>
          <p:cNvCxnSpPr>
            <a:cxnSpLocks/>
          </p:cNvCxnSpPr>
          <p:nvPr/>
        </p:nvCxnSpPr>
        <p:spPr>
          <a:xfrm>
            <a:off x="2364828" y="3748252"/>
            <a:ext cx="874986" cy="37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AC65A440-AEA4-674D-9ECA-178908C5AAA7}"/>
              </a:ext>
            </a:extLst>
          </p:cNvPr>
          <p:cNvCxnSpPr/>
          <p:nvPr/>
        </p:nvCxnSpPr>
        <p:spPr>
          <a:xfrm>
            <a:off x="1761066" y="3987597"/>
            <a:ext cx="0" cy="195600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E7C5345A-009D-334C-99F6-E4CB282BCCA2}"/>
              </a:ext>
            </a:extLst>
          </p:cNvPr>
          <p:cNvSpPr/>
          <p:nvPr/>
        </p:nvSpPr>
        <p:spPr>
          <a:xfrm>
            <a:off x="4658710" y="1302253"/>
            <a:ext cx="2751083" cy="770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Political parties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CB2B10C0-D21C-CE4A-9923-BF2D1B98CFDB}"/>
              </a:ext>
            </a:extLst>
          </p:cNvPr>
          <p:cNvCxnSpPr/>
          <p:nvPr/>
        </p:nvCxnSpPr>
        <p:spPr>
          <a:xfrm>
            <a:off x="5946227" y="2150679"/>
            <a:ext cx="840828" cy="1472246"/>
          </a:xfrm>
          <a:prstGeom prst="straightConnector1">
            <a:avLst/>
          </a:prstGeom>
          <a:ln w="5715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CB2B10C0-D21C-CE4A-9923-BF2D1B98CFDB}"/>
              </a:ext>
            </a:extLst>
          </p:cNvPr>
          <p:cNvCxnSpPr/>
          <p:nvPr/>
        </p:nvCxnSpPr>
        <p:spPr>
          <a:xfrm flipV="1">
            <a:off x="5946227" y="3838903"/>
            <a:ext cx="785649" cy="1190298"/>
          </a:xfrm>
          <a:prstGeom prst="straightConnector1">
            <a:avLst/>
          </a:prstGeom>
          <a:ln w="5715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A4A8BB11-8702-D941-887F-5E44CA417A72}"/>
              </a:ext>
            </a:extLst>
          </p:cNvPr>
          <p:cNvCxnSpPr>
            <a:cxnSpLocks/>
          </p:cNvCxnSpPr>
          <p:nvPr/>
        </p:nvCxnSpPr>
        <p:spPr>
          <a:xfrm flipV="1">
            <a:off x="3846786" y="1797269"/>
            <a:ext cx="691056" cy="108953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A4A8BB11-8702-D941-887F-5E44CA417A72}"/>
              </a:ext>
            </a:extLst>
          </p:cNvPr>
          <p:cNvCxnSpPr>
            <a:cxnSpLocks/>
          </p:cNvCxnSpPr>
          <p:nvPr/>
        </p:nvCxnSpPr>
        <p:spPr>
          <a:xfrm>
            <a:off x="3988676" y="4611414"/>
            <a:ext cx="549166" cy="90135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41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6795E0-077B-BC43-A430-48646FB6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E9B713B-A79C-0E4D-A7C5-3D70FFECBB7A}"/>
              </a:ext>
            </a:extLst>
          </p:cNvPr>
          <p:cNvSpPr/>
          <p:nvPr/>
        </p:nvSpPr>
        <p:spPr>
          <a:xfrm>
            <a:off x="5277394" y="5342709"/>
            <a:ext cx="3056709" cy="834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4: Citizens attitudes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E6A0717-11CF-1C44-A9D7-BF0A6C199835}"/>
              </a:ext>
            </a:extLst>
          </p:cNvPr>
          <p:cNvSpPr/>
          <p:nvPr/>
        </p:nvSpPr>
        <p:spPr>
          <a:xfrm>
            <a:off x="8934994" y="2966153"/>
            <a:ext cx="2103120" cy="3210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1: Conceptualization, Measuring and Explaining Democratic Erosion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0E2AD7A-9EFB-E243-B5C3-D79AECD16F39}"/>
              </a:ext>
            </a:extLst>
          </p:cNvPr>
          <p:cNvSpPr/>
          <p:nvPr/>
        </p:nvSpPr>
        <p:spPr>
          <a:xfrm>
            <a:off x="1397726" y="2966154"/>
            <a:ext cx="3466011" cy="1021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2: Structural/Macro-level changes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7C5345A-009D-334C-99F6-E4CB282BCCA2}"/>
              </a:ext>
            </a:extLst>
          </p:cNvPr>
          <p:cNvSpPr/>
          <p:nvPr/>
        </p:nvSpPr>
        <p:spPr>
          <a:xfrm>
            <a:off x="3468189" y="4190512"/>
            <a:ext cx="3167744" cy="937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WP 3: Political parties and Authoritarian Entrepreneurs 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CB2B10C0-D21C-CE4A-9923-BF2D1B98CFDB}"/>
              </a:ext>
            </a:extLst>
          </p:cNvPr>
          <p:cNvCxnSpPr/>
          <p:nvPr/>
        </p:nvCxnSpPr>
        <p:spPr>
          <a:xfrm>
            <a:off x="4898571" y="3448594"/>
            <a:ext cx="4036423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A4A8BB11-8702-D941-887F-5E44CA417A72}"/>
              </a:ext>
            </a:extLst>
          </p:cNvPr>
          <p:cNvCxnSpPr>
            <a:cxnSpLocks/>
          </p:cNvCxnSpPr>
          <p:nvPr/>
        </p:nvCxnSpPr>
        <p:spPr>
          <a:xfrm>
            <a:off x="6635933" y="4659085"/>
            <a:ext cx="229906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81E30E3-284E-574E-A8B1-DAF542218B7E}"/>
              </a:ext>
            </a:extLst>
          </p:cNvPr>
          <p:cNvCxnSpPr>
            <a:cxnSpLocks/>
          </p:cNvCxnSpPr>
          <p:nvPr/>
        </p:nvCxnSpPr>
        <p:spPr>
          <a:xfrm>
            <a:off x="8334103" y="5782491"/>
            <a:ext cx="6008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xmlns="" id="{9C815A67-A417-1648-AC66-CC9DA000F744}"/>
              </a:ext>
            </a:extLst>
          </p:cNvPr>
          <p:cNvCxnSpPr/>
          <p:nvPr/>
        </p:nvCxnSpPr>
        <p:spPr>
          <a:xfrm>
            <a:off x="2063931" y="3974534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xmlns="" id="{472C1682-FEDB-C748-946F-3FBDFDEA4E2D}"/>
              </a:ext>
            </a:extLst>
          </p:cNvPr>
          <p:cNvCxnSpPr/>
          <p:nvPr/>
        </p:nvCxnSpPr>
        <p:spPr>
          <a:xfrm>
            <a:off x="3873136" y="5111003"/>
            <a:ext cx="1404258" cy="67148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38</Words>
  <Application>Microsoft Office PowerPoint</Application>
  <PresentationFormat>Custom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Lührmann</dc:creator>
  <cp:lastModifiedBy>carlhk_adm</cp:lastModifiedBy>
  <cp:revision>6</cp:revision>
  <dcterms:created xsi:type="dcterms:W3CDTF">2019-01-24T11:42:24Z</dcterms:created>
  <dcterms:modified xsi:type="dcterms:W3CDTF">2019-02-13T17:45:31Z</dcterms:modified>
</cp:coreProperties>
</file>